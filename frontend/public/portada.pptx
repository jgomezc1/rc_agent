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0729F-133B-2FC6-ACA5-D867D95E0D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41AF4F1-3B94-2257-533C-402E2FCA62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6B4888-33AA-5244-FB64-9F79382A7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485936-E7AA-691F-CBDC-22996123AB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2C9A2F4-8F21-9C79-14EC-37524E35C9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2661972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F3F20-BBA2-7163-69AF-C4A73196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F6ABED-A5A1-247A-3282-EA2BB2CD07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1E1F402-8726-3AD1-BAED-5AE34626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BD10B89-1C09-04FA-79D3-32B6E6AD9D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D12922F-E485-D192-77FD-4A90E7C66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3809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3EDEFC-B022-315B-B607-F68FEB648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35B618B-55A6-66CE-FFF7-F932B8EDE7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0DEEE7-4B3E-22C5-5B88-140761D2B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017B2CB-41B9-78D8-3087-2DCB16E8D2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54B616-CBB4-8750-764D-749306965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042958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0D30CF-16FF-D01A-A794-85AA1BCB0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2BBEBE6-D0BE-23DD-87D0-1D81FF6810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DE41ED-5CB4-571A-5544-666E6EB85F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B926DD-166D-4479-7C42-FBB1BAD6E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354EFBB-385E-1894-5A39-229F1E785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EBD88AD-A745-E327-D214-3F3F943158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00304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9A7630-DA68-2DDD-5A94-DC87FF6105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BA2750-D1FF-5EE6-98E5-FBC3C87C6D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AC747D-C95F-869B-4CC3-1CB1961DCB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E33F0A4-9A6C-CD8D-84A3-AE032CACF6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DBD7FA3-139B-888D-1F22-7A99B1C0EA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CF2511FD-EAF7-D301-6D97-93E55994B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A132A28-B73F-9948-23AF-099203239A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549602A-CDCC-A1EB-2DC1-76654C828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20819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A23A93-E4C9-D2B0-BBE2-F547DB8E8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78D5904-4DED-68BD-1AB1-FA8B8C5266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575E990-98DD-DE42-3FC3-C89B4865AE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8BFDB1-8995-F0DA-083B-989F8920B0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765711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D134063-58A1-B4DE-9F6A-EFC0DCF7D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9F9519C-F85E-D093-0CDC-CB935D3C07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FE6BF78-92E4-AE23-37A2-DC660020E7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5892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2E3376-6A9E-2846-2EB9-9032570E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AE0020-304C-72DB-0EC5-5818E0CF1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61B0B00-F28F-BA58-8615-6422A7A54E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AC0309-C24F-D732-1A2D-D612336AA6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B49235A-A40B-B39B-B406-192318D7E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3A190B-37BF-605C-1209-A0C7F350D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59263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BBABBA-E835-F46F-67D8-C52E1F6EF9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07C506A-532A-E440-5989-CD1E50D820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5C444C-ADA5-F42B-747E-455F64D6E6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5B266A-400C-B23D-2912-12612AE7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1730F8E-E5CF-F7B1-AFED-1BE8A6085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6B804D3-631E-E174-24BC-84CB6548A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9937471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225B63-0E37-4E22-473E-2403EDF4A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37F20D4-1DB3-96D8-AC98-DAA8FA5758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1F25C4-EE3B-9803-5328-9F30CBE40A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CEC82D-F239-0CFD-A9BE-C975E2588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632129-3B6B-9FDF-0EA4-E14F8D541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6264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ADB1E0E8-2194-E694-9A66-48F4298BFE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8C0A459-78AC-8AC5-7F32-B078C70399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7300365-1536-0A6B-8835-F8A54AFB4B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30C806-CA22-0083-7809-A52CF1CB2E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5AFF842-C371-BA3F-4CA4-9E0E6D6E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329174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0017A08D-8E44-ACE8-B691-F9CB9C8051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2BADEAA-C319-96B4-0B4F-7EA01F31A1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DF51CF0-836A-782A-CF75-953668FB5C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20F77-5AA1-4F4F-BB1C-37ACE7524E03}" type="datetimeFigureOut">
              <a:rPr lang="es-CO" smtClean="0"/>
              <a:t>17/03/2026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AC851B-7434-F74E-AF60-A79AF00ED9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26E08E-1E34-BB85-C640-1571549086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A82A7B-C840-4A99-8A1E-D9810E400F85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755745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50481B18-FA24-2CDD-625E-361590B91347}"/>
              </a:ext>
            </a:extLst>
          </p:cNvPr>
          <p:cNvSpPr txBox="1"/>
          <p:nvPr/>
        </p:nvSpPr>
        <p:spPr>
          <a:xfrm>
            <a:off x="1447637" y="791936"/>
            <a:ext cx="1001268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7200" dirty="0">
                <a:solidFill>
                  <a:schemeClr val="bg1"/>
                </a:solidFill>
              </a:rPr>
              <a:t>La Inteligencia Artificial nunca será capaz de despiezar un edificio completo</a:t>
            </a:r>
          </a:p>
        </p:txBody>
      </p:sp>
    </p:spTree>
    <p:extLst>
      <p:ext uri="{BB962C8B-B14F-4D97-AF65-F5344CB8AC3E}">
        <p14:creationId xmlns:p14="http://schemas.microsoft.com/office/powerpoint/2010/main" val="1906515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9CB88F4-FECB-5E06-7774-2FA935EDE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7E39775-9780-CE45-DF05-D6AC3A90E6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45072" y="1947837"/>
            <a:ext cx="4336915" cy="4336915"/>
          </a:xfrm>
          <a:prstGeom prst="rect">
            <a:avLst/>
          </a:prstGeom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94F98A93-E88F-4946-E584-3E36C830EF21}"/>
              </a:ext>
            </a:extLst>
          </p:cNvPr>
          <p:cNvSpPr txBox="1"/>
          <p:nvPr/>
        </p:nvSpPr>
        <p:spPr>
          <a:xfrm>
            <a:off x="1394910" y="392934"/>
            <a:ext cx="824264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4800" dirty="0">
                <a:solidFill>
                  <a:schemeClr val="bg1"/>
                </a:solidFill>
              </a:rPr>
              <a:t>Inmediatamente los #%$#tas agentes de </a:t>
            </a:r>
            <a:r>
              <a:rPr lang="es-CO" sz="4800" dirty="0" err="1">
                <a:solidFill>
                  <a:schemeClr val="bg1"/>
                </a:solidFill>
              </a:rPr>
              <a:t>ProDet</a:t>
            </a:r>
            <a:endParaRPr lang="es-CO" sz="4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1891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7C6B40-B512-262F-DAF9-F15A33A2F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upo 6">
            <a:extLst>
              <a:ext uri="{FF2B5EF4-FFF2-40B4-BE49-F238E27FC236}">
                <a16:creationId xmlns:a16="http://schemas.microsoft.com/office/drawing/2014/main" id="{B9D3C56F-FA0F-F4DB-244C-820AF35F803A}"/>
              </a:ext>
            </a:extLst>
          </p:cNvPr>
          <p:cNvGrpSpPr/>
          <p:nvPr/>
        </p:nvGrpSpPr>
        <p:grpSpPr>
          <a:xfrm>
            <a:off x="1526238" y="264465"/>
            <a:ext cx="8457834" cy="6600335"/>
            <a:chOff x="1526238" y="264465"/>
            <a:chExt cx="8457834" cy="6600335"/>
          </a:xfrm>
        </p:grpSpPr>
        <p:sp>
          <p:nvSpPr>
            <p:cNvPr id="4" name="CuadroTexto 3">
              <a:extLst>
                <a:ext uri="{FF2B5EF4-FFF2-40B4-BE49-F238E27FC236}">
                  <a16:creationId xmlns:a16="http://schemas.microsoft.com/office/drawing/2014/main" id="{38681F02-DDAF-8549-E9E8-20A65FD0F047}"/>
                </a:ext>
              </a:extLst>
            </p:cNvPr>
            <p:cNvSpPr txBox="1"/>
            <p:nvPr/>
          </p:nvSpPr>
          <p:spPr>
            <a:xfrm>
              <a:off x="1526238" y="264465"/>
              <a:ext cx="8242645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3600" dirty="0">
                  <a:solidFill>
                    <a:schemeClr val="bg1"/>
                  </a:solidFill>
                </a:rPr>
                <a:t>Conoce el nuevo sistema de agentes de despiece de </a:t>
              </a:r>
              <a:r>
                <a:rPr lang="es-CO" sz="3600" dirty="0" err="1">
                  <a:solidFill>
                    <a:schemeClr val="bg1"/>
                  </a:solidFill>
                </a:rPr>
                <a:t>ProDet</a:t>
              </a:r>
              <a:endParaRPr lang="es-CO" sz="3600" dirty="0">
                <a:solidFill>
                  <a:schemeClr val="bg1"/>
                </a:solidFill>
              </a:endParaRPr>
            </a:p>
          </p:txBody>
        </p:sp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C9628D78-B303-10E6-55F6-654CEA952F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479104" y="1464794"/>
              <a:ext cx="4336915" cy="4336915"/>
            </a:xfrm>
            <a:prstGeom prst="rect">
              <a:avLst/>
            </a:prstGeom>
          </p:spPr>
        </p:pic>
        <p:sp>
          <p:nvSpPr>
            <p:cNvPr id="5" name="CuadroTexto 4">
              <a:extLst>
                <a:ext uri="{FF2B5EF4-FFF2-40B4-BE49-F238E27FC236}">
                  <a16:creationId xmlns:a16="http://schemas.microsoft.com/office/drawing/2014/main" id="{C9B6A670-36CF-5E06-4554-10647B7EF471}"/>
                </a:ext>
              </a:extLst>
            </p:cNvPr>
            <p:cNvSpPr txBox="1"/>
            <p:nvPr/>
          </p:nvSpPr>
          <p:spPr>
            <a:xfrm>
              <a:off x="1741427" y="6033803"/>
              <a:ext cx="8242645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CO" sz="4800" dirty="0">
                  <a:solidFill>
                    <a:schemeClr val="bg1"/>
                  </a:solidFill>
                </a:rPr>
                <a:t>318-335-1722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828271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979</TotalTime>
  <Words>29</Words>
  <Application>Microsoft Office PowerPoint</Application>
  <PresentationFormat>Panorámica</PresentationFormat>
  <Paragraphs>4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Tema de Office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RDC Geociencias</dc:creator>
  <cp:lastModifiedBy>RDC Geociencias</cp:lastModifiedBy>
  <cp:revision>2</cp:revision>
  <dcterms:created xsi:type="dcterms:W3CDTF">2026-03-17T20:26:07Z</dcterms:created>
  <dcterms:modified xsi:type="dcterms:W3CDTF">2026-03-18T12:45:37Z</dcterms:modified>
</cp:coreProperties>
</file>